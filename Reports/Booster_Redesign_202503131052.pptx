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57" r:id="rId5"/>
    <p:sldId id="258" r:id="rId6"/>
    <p:sldId id="259" r:id="rId7"/>
    <p:sldId id="260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54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5DB552-9947-4987-AA14-11AE8ABB4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629807A-0D6B-4041-A04C-07D751D31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FEF60B-EB9A-4053-83AF-C7009379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62CE29-BD70-40C8-8BE7-27A13018D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14172B-0875-4BF6-93CB-09E6A39C7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222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FB0881-BDEA-4097-BC90-76A9F6F5F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207736-40D5-4E4E-8446-55FEC4D61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F86F83-CF06-4980-946F-CB80353D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965FF2-724E-49BA-AE61-B367D367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DD4EF5-28BA-4828-8712-E9AD68D6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4387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DED45-6270-4C81-A17D-5C18C3075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54E31C-491B-4879-9456-C163E66FE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F4AE96-F498-45D5-A210-9935D2F8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D2DC66-4085-4614-8D74-B37751956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C784B0-F142-43C5-BE37-2971AF8F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784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FB8C5E-267D-4CD3-9FFE-FEF65A38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2F08A8-22CF-496A-BBD3-2C0BC5F1B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1CC894-CD17-452F-81A7-1FE39B629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FCC94D-42CF-4686-835E-FE0074D3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F6B22A-86A5-427A-B138-109EEAEC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4181E9D-1FDA-41F1-976B-EF79637B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2280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347330-3DFD-4548-ADDA-419371BE8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FC0086-7EB3-42A7-9429-1298E054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4DAFE57-63F6-4ED8-9B73-81458065A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4A069D-B15E-4D1B-9913-148E772A5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1543D6-4EB0-4709-969D-892DB105F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2EF762B-3436-44F3-B6FD-F97426F4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7512988-66EB-47D1-8590-E760B8F4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7BF50B1-EE0A-4569-A8BE-6C71AF7C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6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1DFC24-3990-4949-BF9A-29721A540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5229F09-C808-4D4B-B650-26F562E1E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147D728-505A-4634-8C7A-300FA803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63EA4C-FF0B-4935-9407-D46E9EB00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147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BA4BE6-5985-47D7-8E0D-102F2325C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6226713-FD63-4E61-91FC-785C0DA43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88406-5E79-4AED-96D1-51DC5835D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7490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0907AF-B50D-4D0B-8C1E-2D57EF1B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92EE0A-1B4F-4C22-B712-00883136D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E72ADC9-E609-49B4-83C4-6C4B62715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8CA830-D2E9-4E92-A24A-2E38A5B55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A18935F-1870-4F61-B2C7-ADA4E5D5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C32A32C-753D-4CE8-B447-1FC4E228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48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92EB4A-DDA7-4395-9C36-EC6EFD0C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A0B9AC9-5CA6-451A-90F1-F6ED1E3C2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2A78DF2-4B2D-4B80-9971-B26D02A0E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D80DE3-D5D0-420D-89DB-7C21F3197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30B0318-27E8-4D31-BC23-E5757553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9B9CED2-E377-4672-934B-357CD97F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04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4A8BA8-902B-412C-B58D-A8EC0DA2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3F1C83-A777-4DD2-8D01-72DD78216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F56BC9-1EDF-4438-B111-F1237C0A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645B7D-89EE-43D4-840C-F8ED3F34D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096AB9-954F-4F95-A89B-BEDD09B0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10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9BAC32D-23C7-4536-9E79-3744E2C4E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AC26431-A573-425C-AB40-F987A8314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5E4097-0FF9-4BD5-9361-DB8CC0380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2ADFCA-06A5-4C5D-849F-60E6C81CA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0ABA8C-8930-466A-8EEB-254963FBF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53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B771E5A-A6F6-4637-BF9F-0396B95DE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1F0D51-AD7B-4BAD-83BA-21AB6537F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EC9644-3E4A-4BBA-9AD3-2B10B8A0F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A4464-1CF8-45F7-B04E-563FEB4C5E43}" type="datetimeFigureOut">
              <a:rPr lang="zh-TW" altLang="en-US" smtClean="0"/>
              <a:t>2025/3/13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F58599-D95D-45D6-A779-1340F85A7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929DD6-42AE-4B9B-AC6C-3CC9CD6F6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09D75-BC69-4045-BEAE-46BB9C190D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202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eActStudio/WeActStudio.MiniSTM32F4x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BB627D-CBDE-4C7D-9ED4-B24081B28D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電路設計變更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4216BE-D166-4318-9CBA-535D49C4A7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601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E454B5-321E-4F06-B1DE-A275F4E0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模組電路變更</a:t>
            </a:r>
            <a:r>
              <a:rPr lang="en-US" altLang="zh-TW" dirty="0"/>
              <a:t>	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BC138F-175D-4BFD-B1FA-BC81EFF08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昇壓模組</a:t>
            </a:r>
            <a:endParaRPr lang="en-US" altLang="zh-TW" dirty="0"/>
          </a:p>
          <a:p>
            <a:r>
              <a:rPr lang="zh-TW" altLang="en-US" dirty="0"/>
              <a:t>酬載微控制器</a:t>
            </a:r>
          </a:p>
        </p:txBody>
      </p:sp>
    </p:spTree>
    <p:extLst>
      <p:ext uri="{BB962C8B-B14F-4D97-AF65-F5344CB8AC3E}">
        <p14:creationId xmlns:p14="http://schemas.microsoft.com/office/powerpoint/2010/main" val="2603246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F4A1CF-FB79-4DAB-AAFD-39A88324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昇壓模組設計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B436F1-F031-467E-A99F-5222CCBA5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原使用立錡科技</a:t>
            </a:r>
            <a:r>
              <a:rPr lang="en-US" altLang="zh-TW" dirty="0"/>
              <a:t>RT9266</a:t>
            </a:r>
          </a:p>
          <a:p>
            <a:r>
              <a:rPr lang="zh-TW" altLang="en-US" dirty="0"/>
              <a:t>新設計使用德儀</a:t>
            </a:r>
            <a:r>
              <a:rPr lang="en-US" altLang="zh-TW" dirty="0"/>
              <a:t>TPS6203x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313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2BC77E-9AA7-4A24-9920-44ADA36A7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立錡科技昇壓模組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A09251-2AC8-4435-8A3D-EC8C07185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RT9266</a:t>
            </a:r>
          </a:p>
          <a:p>
            <a:pPr lvl="1"/>
            <a:r>
              <a:rPr lang="zh-TW" altLang="en-US" b="0" i="0" dirty="0">
                <a:solidFill>
                  <a:srgbClr val="323237"/>
                </a:solidFill>
                <a:effectLst/>
                <a:latin typeface="Roboto Condensed" panose="020B0604020202020204" pitchFamily="2" charset="0"/>
              </a:rPr>
              <a:t>體積小、效率高、啟動電壓低的 </a:t>
            </a:r>
            <a:r>
              <a:rPr lang="en-US" altLang="zh-TW" b="0" i="0" dirty="0">
                <a:solidFill>
                  <a:srgbClr val="323237"/>
                </a:solidFill>
                <a:effectLst/>
                <a:latin typeface="Roboto Condensed" panose="020B0604020202020204" pitchFamily="2" charset="0"/>
              </a:rPr>
              <a:t>Boost </a:t>
            </a:r>
            <a:r>
              <a:rPr lang="zh-TW" altLang="en-US" b="0" i="0" dirty="0">
                <a:solidFill>
                  <a:srgbClr val="323237"/>
                </a:solidFill>
                <a:effectLst/>
                <a:latin typeface="Roboto Condensed" panose="020B0604020202020204" pitchFamily="2" charset="0"/>
              </a:rPr>
              <a:t>架構升壓型 </a:t>
            </a:r>
            <a:r>
              <a:rPr lang="en-US" altLang="zh-TW" b="0" i="0" dirty="0">
                <a:solidFill>
                  <a:srgbClr val="323237"/>
                </a:solidFill>
                <a:effectLst/>
                <a:latin typeface="Roboto Condensed" panose="020B0604020202020204" pitchFamily="2" charset="0"/>
              </a:rPr>
              <a:t>DC/DC </a:t>
            </a:r>
            <a:r>
              <a:rPr lang="zh-TW" altLang="en-US" b="0" i="0" dirty="0">
                <a:solidFill>
                  <a:srgbClr val="323237"/>
                </a:solidFill>
                <a:effectLst/>
                <a:latin typeface="Roboto Condensed" panose="020B0604020202020204" pitchFamily="2" charset="0"/>
              </a:rPr>
              <a:t>轉換器</a:t>
            </a:r>
            <a:endParaRPr lang="en-US" altLang="zh-TW" b="0" i="0" dirty="0">
              <a:solidFill>
                <a:srgbClr val="323237"/>
              </a:solidFill>
              <a:effectLst/>
              <a:latin typeface="Roboto Condensed" panose="020B0604020202020204" pitchFamily="2" charset="0"/>
            </a:endParaRPr>
          </a:p>
          <a:p>
            <a:pPr lvl="1"/>
            <a:r>
              <a:rPr lang="zh-TW" altLang="en-US" dirty="0"/>
              <a:t>輸出電流</a:t>
            </a:r>
            <a:r>
              <a:rPr lang="en-US" altLang="zh-TW" dirty="0"/>
              <a:t>300mA</a:t>
            </a:r>
            <a:r>
              <a:rPr lang="zh-TW" altLang="en-US" dirty="0"/>
              <a:t>以上，工作頻率</a:t>
            </a:r>
            <a:r>
              <a:rPr lang="en-US" altLang="zh-TW" dirty="0"/>
              <a:t>450kHz</a:t>
            </a:r>
            <a:r>
              <a:rPr lang="zh-TW" altLang="en-US" dirty="0"/>
              <a:t>，可以使用小型的外部元件與之配合工作。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7CC0EAD-2A39-4089-91D9-36A52BF914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63" t="31227" r="32812" b="20764"/>
          <a:stretch/>
        </p:blipFill>
        <p:spPr>
          <a:xfrm>
            <a:off x="6276975" y="3205163"/>
            <a:ext cx="46482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7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C7927-8939-43E9-9690-8BC205E81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市售使用</a:t>
            </a:r>
            <a:r>
              <a:rPr lang="en-US" altLang="zh-TW" dirty="0"/>
              <a:t>RT9266</a:t>
            </a:r>
            <a:r>
              <a:rPr lang="zh-TW" altLang="en-US" dirty="0"/>
              <a:t>昇壓模組</a:t>
            </a: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81187D9A-EBE4-4847-8464-72C8C88BC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3450" cy="4351338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MOSFET </a:t>
            </a:r>
            <a:r>
              <a:rPr lang="zh-TW" altLang="en-US" dirty="0"/>
              <a:t>提高供電電流</a:t>
            </a:r>
            <a:endParaRPr lang="en-US" altLang="zh-TW" dirty="0"/>
          </a:p>
          <a:p>
            <a:r>
              <a:rPr lang="en-US" altLang="zh-TW" dirty="0"/>
              <a:t>OBC</a:t>
            </a:r>
            <a:r>
              <a:rPr lang="zh-TW" altLang="en-US" dirty="0"/>
              <a:t>啟動時產生壓降導致系統可能重新啟動</a:t>
            </a:r>
          </a:p>
        </p:txBody>
      </p:sp>
      <p:pic>
        <p:nvPicPr>
          <p:cNvPr id="11" name="內容版面配置區 4">
            <a:extLst>
              <a:ext uri="{FF2B5EF4-FFF2-40B4-BE49-F238E27FC236}">
                <a16:creationId xmlns:a16="http://schemas.microsoft.com/office/drawing/2014/main" id="{142E58D6-DC40-4F02-A13C-D681A9162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733" y="1758950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89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B373B2-C86E-4FDD-9EF8-9D8361D2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TW" dirty="0"/>
            </a:br>
            <a:r>
              <a:rPr lang="zh-TW" altLang="en-US" dirty="0"/>
              <a:t>德儀</a:t>
            </a:r>
            <a:r>
              <a:rPr lang="en-US" altLang="zh-TW" dirty="0"/>
              <a:t>TPS6123x</a:t>
            </a:r>
            <a:r>
              <a:rPr lang="zh-TW" altLang="en-US" dirty="0"/>
              <a:t>昇壓模組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8C082F-9296-4EB4-9616-B1066DB27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TPS6123x</a:t>
            </a:r>
          </a:p>
          <a:p>
            <a:pPr lvl="1"/>
            <a:r>
              <a:rPr lang="en-US" altLang="zh-TW" dirty="0"/>
              <a:t>Input Voltage Range: 2.3 V to 5.5 V</a:t>
            </a:r>
          </a:p>
          <a:p>
            <a:pPr lvl="1"/>
            <a:r>
              <a:rPr lang="en-US" altLang="zh-TW" dirty="0"/>
              <a:t> 96% Efficiency Synchronous Boost Converter</a:t>
            </a:r>
          </a:p>
          <a:p>
            <a:pPr lvl="1"/>
            <a:r>
              <a:rPr lang="en-US" altLang="zh-TW" dirty="0"/>
              <a:t>3.3-V to 5-V Power Conversion with 2.1-A Output Current</a:t>
            </a:r>
          </a:p>
          <a:p>
            <a:pPr lvl="1"/>
            <a:r>
              <a:rPr lang="en-US" altLang="zh-TW" dirty="0"/>
              <a:t>2-MHz Switching Frequency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F74454E-3159-46FC-A71E-EFE11CC1E4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19" t="27222" r="59609" b="40833"/>
          <a:stretch/>
        </p:blipFill>
        <p:spPr>
          <a:xfrm>
            <a:off x="6534150" y="4001294"/>
            <a:ext cx="4105275" cy="197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83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53535A-C90E-456B-97A4-44364B56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電路設計</a:t>
            </a:r>
          </a:p>
        </p:txBody>
      </p:sp>
      <p:pic>
        <p:nvPicPr>
          <p:cNvPr id="10" name="內容版面配置區 6">
            <a:extLst>
              <a:ext uri="{FF2B5EF4-FFF2-40B4-BE49-F238E27FC236}">
                <a16:creationId xmlns:a16="http://schemas.microsoft.com/office/drawing/2014/main" id="{71E54648-CB5C-4BAB-96C7-3F6EF819A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3429000"/>
            <a:ext cx="3733800" cy="2800350"/>
          </a:xfrm>
          <a:prstGeom prst="rect">
            <a:avLst/>
          </a:prstGeom>
        </p:spPr>
      </p:pic>
      <p:sp>
        <p:nvSpPr>
          <p:cNvPr id="14" name="內容版面配置區 13">
            <a:extLst>
              <a:ext uri="{FF2B5EF4-FFF2-40B4-BE49-F238E27FC236}">
                <a16:creationId xmlns:a16="http://schemas.microsoft.com/office/drawing/2014/main" id="{5224017C-C978-4B13-9AB3-56CFDEA2A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05575" cy="4351338"/>
          </a:xfrm>
        </p:spPr>
        <p:txBody>
          <a:bodyPr/>
          <a:lstStyle/>
          <a:p>
            <a:r>
              <a:rPr lang="zh-TW" altLang="en-US" dirty="0"/>
              <a:t>大小</a:t>
            </a:r>
            <a:r>
              <a:rPr lang="en-US" altLang="zh-TW" dirty="0"/>
              <a:t>/</a:t>
            </a:r>
            <a:r>
              <a:rPr lang="zh-TW" altLang="en-US" dirty="0"/>
              <a:t>孔位與原昇壓模組一致</a:t>
            </a:r>
            <a:endParaRPr lang="en-US" altLang="zh-TW" dirty="0"/>
          </a:p>
          <a:p>
            <a:r>
              <a:rPr lang="zh-TW" altLang="en-US" dirty="0"/>
              <a:t>直接取代，無須變更電路板設計</a:t>
            </a:r>
            <a:endParaRPr lang="en-US" altLang="zh-TW" dirty="0"/>
          </a:p>
          <a:p>
            <a:r>
              <a:rPr lang="zh-TW" altLang="en-US" dirty="0"/>
              <a:t>無須額外</a:t>
            </a:r>
            <a:r>
              <a:rPr lang="en-US" altLang="zh-TW" dirty="0"/>
              <a:t>MOSFET</a:t>
            </a:r>
            <a:r>
              <a:rPr lang="zh-TW" altLang="en-US" dirty="0"/>
              <a:t>提升電流</a:t>
            </a:r>
            <a:endParaRPr lang="en-US" altLang="zh-TW" dirty="0"/>
          </a:p>
          <a:p>
            <a:r>
              <a:rPr lang="zh-TW" altLang="en-US" dirty="0"/>
              <a:t>價格較高 </a:t>
            </a:r>
            <a:r>
              <a:rPr lang="en-US" altLang="zh-TW" dirty="0"/>
              <a:t>2.13/pcs vs 1.29/pcs</a:t>
            </a:r>
          </a:p>
          <a:p>
            <a:r>
              <a:rPr lang="zh-TW" altLang="en-US" dirty="0"/>
              <a:t>提高可靠度</a:t>
            </a:r>
          </a:p>
        </p:txBody>
      </p:sp>
      <p:pic>
        <p:nvPicPr>
          <p:cNvPr id="15" name="內容版面配置區 11">
            <a:extLst>
              <a:ext uri="{FF2B5EF4-FFF2-40B4-BE49-F238E27FC236}">
                <a16:creationId xmlns:a16="http://schemas.microsoft.com/office/drawing/2014/main" id="{1079D605-3B4B-4440-88FB-6577CBF1B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25451"/>
            <a:ext cx="3733800" cy="280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24F39-BBC6-4EB9-8C34-973A8A3A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酬載微控制器</a:t>
            </a:r>
            <a:r>
              <a:rPr lang="en-US" altLang="zh-TW" dirty="0"/>
              <a:t>(STEM)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84911C-0263-40E7-BDA3-DD46E2D2C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BlackPill</a:t>
            </a:r>
            <a:r>
              <a:rPr lang="en-US" altLang="zh-TW" dirty="0"/>
              <a:t> </a:t>
            </a:r>
            <a:r>
              <a:rPr lang="zh-TW" altLang="en-US" dirty="0"/>
              <a:t>使用</a:t>
            </a:r>
            <a:r>
              <a:rPr lang="en-US" altLang="zh-TW" dirty="0"/>
              <a:t>STM32F411CEU6</a:t>
            </a:r>
          </a:p>
          <a:p>
            <a:pPr lvl="1"/>
            <a:r>
              <a:rPr lang="en-US" altLang="zh-TW" dirty="0"/>
              <a:t>Cortex®-M4 core with floating point unit, running at 100 MHz</a:t>
            </a:r>
          </a:p>
          <a:p>
            <a:pPr lvl="1"/>
            <a:r>
              <a:rPr lang="en-US" altLang="zh-TW" dirty="0"/>
              <a:t> 512 Kbytes of Flash and 128 Kbytes of SRAM</a:t>
            </a:r>
          </a:p>
          <a:p>
            <a:r>
              <a:rPr lang="en-US" altLang="zh-TW" dirty="0"/>
              <a:t>Raspberry Pi Pico </a:t>
            </a:r>
            <a:r>
              <a:rPr lang="zh-TW" altLang="en-US" dirty="0"/>
              <a:t>使用</a:t>
            </a:r>
            <a:r>
              <a:rPr lang="en-US" altLang="zh-TW" dirty="0"/>
              <a:t>RP2040</a:t>
            </a:r>
          </a:p>
          <a:p>
            <a:pPr lvl="1"/>
            <a:r>
              <a:rPr lang="en-US" altLang="zh-TW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Dual-core Arm Cortex-M0+ processor, flexible clock running up to 133 MHz</a:t>
            </a:r>
          </a:p>
          <a:p>
            <a:pPr lvl="1"/>
            <a:r>
              <a:rPr lang="en-US" altLang="zh-TW" dirty="0"/>
              <a:t>Execution from external QSPI Flash memory</a:t>
            </a:r>
            <a:endParaRPr lang="en-US" altLang="zh-TW" b="0" i="0" dirty="0">
              <a:solidFill>
                <a:srgbClr val="222222"/>
              </a:solidFill>
              <a:effectLst/>
              <a:latin typeface="Roboto" panose="02000000000000000000" pitchFamily="2" charset="0"/>
            </a:endParaRPr>
          </a:p>
          <a:p>
            <a:pPr lvl="1"/>
            <a:r>
              <a:rPr lang="en-US" altLang="zh-TW" b="0" i="0" dirty="0">
                <a:solidFill>
                  <a:srgbClr val="222222"/>
                </a:solidFill>
                <a:effectLst/>
                <a:latin typeface="Roboto" panose="02000000000000000000" pitchFamily="2" charset="0"/>
              </a:rPr>
              <a:t>264kB on-chip SRAM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6373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3ED53A-3436-4105-83E4-F4944817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BlackPill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1C461-0E53-40DC-A9F8-2C40B6D50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Designed by </a:t>
            </a:r>
            <a:r>
              <a:rPr lang="en-US" altLang="zh-TW" dirty="0" err="1"/>
              <a:t>WeAct</a:t>
            </a:r>
            <a:r>
              <a:rPr lang="en-US" altLang="zh-TW" dirty="0"/>
              <a:t> Studio </a:t>
            </a:r>
          </a:p>
          <a:p>
            <a:pPr lvl="1"/>
            <a:r>
              <a:rPr lang="en-US" altLang="zh-TW" dirty="0">
                <a:hlinkClick r:id="rId2"/>
              </a:rPr>
              <a:t>https://github.com/WeActStudio/WeActStudio.MiniSTM32F4x1</a:t>
            </a:r>
            <a:endParaRPr lang="en-US" altLang="zh-TW" dirty="0"/>
          </a:p>
          <a:p>
            <a:pPr lvl="1"/>
            <a:r>
              <a:rPr lang="en-US" altLang="zh-TW" dirty="0"/>
              <a:t>Supported by Arduino IDE</a:t>
            </a:r>
          </a:p>
          <a:p>
            <a:pPr lvl="1"/>
            <a:r>
              <a:rPr lang="en-US" altLang="zh-TW" dirty="0"/>
              <a:t>Additional Tool Chain is required</a:t>
            </a:r>
          </a:p>
          <a:p>
            <a:pPr lvl="1"/>
            <a:r>
              <a:rPr lang="en-US" altLang="zh-TW" dirty="0"/>
              <a:t>Additional flash programmer is required; or using DFU mode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5207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444EFA-71D7-4551-B639-889B55B3B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RaspberryPi</a:t>
            </a:r>
            <a:r>
              <a:rPr lang="en-US" altLang="zh-TW" dirty="0"/>
              <a:t> Pico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333A47-AA4F-435C-B576-8988C697A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Designed by </a:t>
            </a:r>
            <a:r>
              <a:rPr lang="en-US" altLang="zh-TW" dirty="0" err="1"/>
              <a:t>RaspberryPi</a:t>
            </a:r>
            <a:endParaRPr lang="en-US" altLang="zh-TW" dirty="0"/>
          </a:p>
          <a:p>
            <a:r>
              <a:rPr lang="en-US" altLang="zh-TW" dirty="0"/>
              <a:t>Supported by Arduino IDE</a:t>
            </a:r>
          </a:p>
          <a:p>
            <a:r>
              <a:rPr lang="en-US" altLang="zh-TW" dirty="0"/>
              <a:t>Additional Tool Chain is required</a:t>
            </a:r>
          </a:p>
          <a:p>
            <a:r>
              <a:rPr lang="en-US" altLang="zh-TW" dirty="0"/>
              <a:t>No extra hardware flash programming is required</a:t>
            </a:r>
          </a:p>
          <a:p>
            <a:pPr lvl="1"/>
            <a:r>
              <a:rPr lang="en-US" altLang="zh-TW" dirty="0"/>
              <a:t>Using DFU mode to program the flash for the first time</a:t>
            </a:r>
          </a:p>
          <a:p>
            <a:r>
              <a:rPr lang="en-US" altLang="zh-TW" dirty="0"/>
              <a:t>More supports from the community</a:t>
            </a:r>
          </a:p>
        </p:txBody>
      </p:sp>
    </p:spTree>
    <p:extLst>
      <p:ext uri="{BB962C8B-B14F-4D97-AF65-F5344CB8AC3E}">
        <p14:creationId xmlns:p14="http://schemas.microsoft.com/office/powerpoint/2010/main" val="2551758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303</Words>
  <Application>Microsoft Office PowerPoint</Application>
  <PresentationFormat>寬螢幕</PresentationFormat>
  <Paragraphs>47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Roboto Condensed</vt:lpstr>
      <vt:lpstr>Office 佈景主題</vt:lpstr>
      <vt:lpstr>電路設計變更</vt:lpstr>
      <vt:lpstr>模組電路變更 </vt:lpstr>
      <vt:lpstr>昇壓模組設計</vt:lpstr>
      <vt:lpstr>立錡科技昇壓模組</vt:lpstr>
      <vt:lpstr>市售使用RT9266昇壓模組</vt:lpstr>
      <vt:lpstr> 德儀TPS6123x昇壓模組</vt:lpstr>
      <vt:lpstr>電路設計</vt:lpstr>
      <vt:lpstr>酬載微控制器(STEM)</vt:lpstr>
      <vt:lpstr>BlackPill</vt:lpstr>
      <vt:lpstr>RaspberryPi Pico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昇壓模組設計</dc:title>
  <dc:creator>men-shen tsai</dc:creator>
  <cp:lastModifiedBy>men-shen tsai</cp:lastModifiedBy>
  <cp:revision>8</cp:revision>
  <dcterms:created xsi:type="dcterms:W3CDTF">2025-03-13T01:36:32Z</dcterms:created>
  <dcterms:modified xsi:type="dcterms:W3CDTF">2025-03-13T02:52:35Z</dcterms:modified>
</cp:coreProperties>
</file>